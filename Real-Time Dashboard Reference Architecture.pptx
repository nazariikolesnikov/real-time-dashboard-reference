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1A4BCB-324B-4BC0-95E0-95393729A688}" v="13" dt="2026-07-15T09:21:16.9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zarii Kolesnikov" userId="c671a30fa6a6f881" providerId="LiveId" clId="{D90649A5-A661-46B1-832C-F41B8A2AB181}"/>
    <pc:docChg chg="undo custSel modSld">
      <pc:chgData name="Nazarii Kolesnikov" userId="c671a30fa6a6f881" providerId="LiveId" clId="{D90649A5-A661-46B1-832C-F41B8A2AB181}" dt="2026-07-15T09:30:48.423" v="494" actId="1076"/>
      <pc:docMkLst>
        <pc:docMk/>
      </pc:docMkLst>
      <pc:sldChg chg="addSp delSp modSp mod">
        <pc:chgData name="Nazarii Kolesnikov" userId="c671a30fa6a6f881" providerId="LiveId" clId="{D90649A5-A661-46B1-832C-F41B8A2AB181}" dt="2026-07-15T09:30:48.423" v="494" actId="1076"/>
        <pc:sldMkLst>
          <pc:docMk/>
          <pc:sldMk cId="1795412139" sldId="256"/>
        </pc:sldMkLst>
        <pc:spChg chg="mod">
          <ac:chgData name="Nazarii Kolesnikov" userId="c671a30fa6a6f881" providerId="LiveId" clId="{D90649A5-A661-46B1-832C-F41B8A2AB181}" dt="2026-07-15T08:52:53.322" v="165" actId="14100"/>
          <ac:spMkLst>
            <pc:docMk/>
            <pc:sldMk cId="1795412139" sldId="256"/>
            <ac:spMk id="4" creationId="{F7988F1A-FC25-2C58-BC41-A5BDC9AC64DF}"/>
          </ac:spMkLst>
        </pc:spChg>
        <pc:spChg chg="mod">
          <ac:chgData name="Nazarii Kolesnikov" userId="c671a30fa6a6f881" providerId="LiveId" clId="{D90649A5-A661-46B1-832C-F41B8A2AB181}" dt="2026-07-15T08:53:19.796" v="174" actId="14100"/>
          <ac:spMkLst>
            <pc:docMk/>
            <pc:sldMk cId="1795412139" sldId="256"/>
            <ac:spMk id="6" creationId="{AB938F4A-B69C-734E-7F09-0048486A58D4}"/>
          </ac:spMkLst>
        </pc:spChg>
        <pc:spChg chg="add mod">
          <ac:chgData name="Nazarii Kolesnikov" userId="c671a30fa6a6f881" providerId="LiveId" clId="{D90649A5-A661-46B1-832C-F41B8A2AB181}" dt="2026-07-15T08:48:07.143" v="73" actId="14100"/>
          <ac:spMkLst>
            <pc:docMk/>
            <pc:sldMk cId="1795412139" sldId="256"/>
            <ac:spMk id="7" creationId="{74D6B0B7-308B-25C7-BF1C-E8CB5A70F638}"/>
          </ac:spMkLst>
        </pc:spChg>
        <pc:spChg chg="mod">
          <ac:chgData name="Nazarii Kolesnikov" userId="c671a30fa6a6f881" providerId="LiveId" clId="{D90649A5-A661-46B1-832C-F41B8A2AB181}" dt="2026-07-15T09:09:39.471" v="347" actId="14100"/>
          <ac:spMkLst>
            <pc:docMk/>
            <pc:sldMk cId="1795412139" sldId="256"/>
            <ac:spMk id="8" creationId="{B4D4F61B-E8C0-99FB-E126-61ACC437BD63}"/>
          </ac:spMkLst>
        </pc:spChg>
        <pc:spChg chg="mod">
          <ac:chgData name="Nazarii Kolesnikov" userId="c671a30fa6a6f881" providerId="LiveId" clId="{D90649A5-A661-46B1-832C-F41B8A2AB181}" dt="2026-07-15T09:00:14.714" v="230" actId="1076"/>
          <ac:spMkLst>
            <pc:docMk/>
            <pc:sldMk cId="1795412139" sldId="256"/>
            <ac:spMk id="10" creationId="{DFC3AB29-3D7A-3907-3B4A-B9C11CDB717D}"/>
          </ac:spMkLst>
        </pc:spChg>
        <pc:spChg chg="mod">
          <ac:chgData name="Nazarii Kolesnikov" userId="c671a30fa6a6f881" providerId="LiveId" clId="{D90649A5-A661-46B1-832C-F41B8A2AB181}" dt="2026-07-15T09:27:41.292" v="486" actId="1076"/>
          <ac:spMkLst>
            <pc:docMk/>
            <pc:sldMk cId="1795412139" sldId="256"/>
            <ac:spMk id="11" creationId="{560915A6-193F-DF77-4A9A-0289147B14FE}"/>
          </ac:spMkLst>
        </pc:spChg>
        <pc:spChg chg="add mod">
          <ac:chgData name="Nazarii Kolesnikov" userId="c671a30fa6a6f881" providerId="LiveId" clId="{D90649A5-A661-46B1-832C-F41B8A2AB181}" dt="2026-07-15T08:52:13.570" v="159" actId="14100"/>
          <ac:spMkLst>
            <pc:docMk/>
            <pc:sldMk cId="1795412139" sldId="256"/>
            <ac:spMk id="12" creationId="{81214D26-BBEA-61E5-35C8-93F689BE993E}"/>
          </ac:spMkLst>
        </pc:spChg>
        <pc:spChg chg="mod">
          <ac:chgData name="Nazarii Kolesnikov" userId="c671a30fa6a6f881" providerId="LiveId" clId="{D90649A5-A661-46B1-832C-F41B8A2AB181}" dt="2026-07-15T08:52:55.584" v="166" actId="1076"/>
          <ac:spMkLst>
            <pc:docMk/>
            <pc:sldMk cId="1795412139" sldId="256"/>
            <ac:spMk id="13" creationId="{5ADD1356-7EE1-8E7A-A5A5-E97457399D70}"/>
          </ac:spMkLst>
        </pc:spChg>
        <pc:spChg chg="mod">
          <ac:chgData name="Nazarii Kolesnikov" userId="c671a30fa6a6f881" providerId="LiveId" clId="{D90649A5-A661-46B1-832C-F41B8A2AB181}" dt="2026-07-15T08:53:22.582" v="175" actId="1076"/>
          <ac:spMkLst>
            <pc:docMk/>
            <pc:sldMk cId="1795412139" sldId="256"/>
            <ac:spMk id="15" creationId="{B208A7F7-F9FC-5E6B-3376-F2FE294BC605}"/>
          </ac:spMkLst>
        </pc:spChg>
        <pc:spChg chg="add mod">
          <ac:chgData name="Nazarii Kolesnikov" userId="c671a30fa6a6f881" providerId="LiveId" clId="{D90649A5-A661-46B1-832C-F41B8A2AB181}" dt="2026-07-15T08:52:19.332" v="160" actId="1076"/>
          <ac:spMkLst>
            <pc:docMk/>
            <pc:sldMk cId="1795412139" sldId="256"/>
            <ac:spMk id="16" creationId="{F7F60733-C696-E069-4683-F0AD9903EFC0}"/>
          </ac:spMkLst>
        </pc:spChg>
        <pc:spChg chg="mod">
          <ac:chgData name="Nazarii Kolesnikov" userId="c671a30fa6a6f881" providerId="LiveId" clId="{D90649A5-A661-46B1-832C-F41B8A2AB181}" dt="2026-07-15T09:12:21.166" v="363" actId="1076"/>
          <ac:spMkLst>
            <pc:docMk/>
            <pc:sldMk cId="1795412139" sldId="256"/>
            <ac:spMk id="17" creationId="{E35B33B7-9CEB-AADA-6407-C89C9ACA49E8}"/>
          </ac:spMkLst>
        </pc:spChg>
        <pc:spChg chg="add mod">
          <ac:chgData name="Nazarii Kolesnikov" userId="c671a30fa6a6f881" providerId="LiveId" clId="{D90649A5-A661-46B1-832C-F41B8A2AB181}" dt="2026-07-15T08:51:57.187" v="155" actId="1076"/>
          <ac:spMkLst>
            <pc:docMk/>
            <pc:sldMk cId="1795412139" sldId="256"/>
            <ac:spMk id="20" creationId="{F1E741EB-E307-4236-226B-D247B1595D97}"/>
          </ac:spMkLst>
        </pc:spChg>
        <pc:spChg chg="mod">
          <ac:chgData name="Nazarii Kolesnikov" userId="c671a30fa6a6f881" providerId="LiveId" clId="{D90649A5-A661-46B1-832C-F41B8A2AB181}" dt="2026-07-15T08:50:41.185" v="129" actId="14100"/>
          <ac:spMkLst>
            <pc:docMk/>
            <pc:sldMk cId="1795412139" sldId="256"/>
            <ac:spMk id="23" creationId="{2F182FC0-EF00-ED4F-9724-7E48B9CB89F5}"/>
          </ac:spMkLst>
        </pc:spChg>
        <pc:spChg chg="add mod">
          <ac:chgData name="Nazarii Kolesnikov" userId="c671a30fa6a6f881" providerId="LiveId" clId="{D90649A5-A661-46B1-832C-F41B8A2AB181}" dt="2026-07-15T08:52:01.317" v="157" actId="1076"/>
          <ac:spMkLst>
            <pc:docMk/>
            <pc:sldMk cId="1795412139" sldId="256"/>
            <ac:spMk id="24" creationId="{3E52A813-6337-766F-597F-1E44A57996B2}"/>
          </ac:spMkLst>
        </pc:spChg>
        <pc:spChg chg="add mod">
          <ac:chgData name="Nazarii Kolesnikov" userId="c671a30fa6a6f881" providerId="LiveId" clId="{D90649A5-A661-46B1-832C-F41B8A2AB181}" dt="2026-07-15T09:27:29.572" v="485" actId="20577"/>
          <ac:spMkLst>
            <pc:docMk/>
            <pc:sldMk cId="1795412139" sldId="256"/>
            <ac:spMk id="26" creationId="{82533C7F-DD60-7154-8F11-F8995CD8DE2E}"/>
          </ac:spMkLst>
        </pc:spChg>
        <pc:spChg chg="mod">
          <ac:chgData name="Nazarii Kolesnikov" userId="c671a30fa6a6f881" providerId="LiveId" clId="{D90649A5-A661-46B1-832C-F41B8A2AB181}" dt="2026-07-15T08:55:02.315" v="208" actId="14100"/>
          <ac:spMkLst>
            <pc:docMk/>
            <pc:sldMk cId="1795412139" sldId="256"/>
            <ac:spMk id="27" creationId="{2F3D3072-515D-1406-DACC-715195C8C958}"/>
          </ac:spMkLst>
        </pc:spChg>
        <pc:spChg chg="mod">
          <ac:chgData name="Nazarii Kolesnikov" userId="c671a30fa6a6f881" providerId="LiveId" clId="{D90649A5-A661-46B1-832C-F41B8A2AB181}" dt="2026-07-15T08:49:20.794" v="97" actId="1076"/>
          <ac:spMkLst>
            <pc:docMk/>
            <pc:sldMk cId="1795412139" sldId="256"/>
            <ac:spMk id="29" creationId="{D1A6F76A-6AB1-94AF-D14C-A3CC5D989570}"/>
          </ac:spMkLst>
        </pc:spChg>
        <pc:spChg chg="mod">
          <ac:chgData name="Nazarii Kolesnikov" userId="c671a30fa6a6f881" providerId="LiveId" clId="{D90649A5-A661-46B1-832C-F41B8A2AB181}" dt="2026-07-15T08:46:26.628" v="29" actId="14100"/>
          <ac:spMkLst>
            <pc:docMk/>
            <pc:sldMk cId="1795412139" sldId="256"/>
            <ac:spMk id="33" creationId="{8FF33260-99B6-4382-81F5-476DB59C79BC}"/>
          </ac:spMkLst>
        </pc:spChg>
        <pc:spChg chg="mod">
          <ac:chgData name="Nazarii Kolesnikov" userId="c671a30fa6a6f881" providerId="LiveId" clId="{D90649A5-A661-46B1-832C-F41B8A2AB181}" dt="2026-07-15T08:48:58.143" v="89" actId="14100"/>
          <ac:spMkLst>
            <pc:docMk/>
            <pc:sldMk cId="1795412139" sldId="256"/>
            <ac:spMk id="35" creationId="{FE5E7C6C-BB28-DDB0-70C6-C6579DF4DD4D}"/>
          </ac:spMkLst>
        </pc:spChg>
        <pc:spChg chg="mod">
          <ac:chgData name="Nazarii Kolesnikov" userId="c671a30fa6a6f881" providerId="LiveId" clId="{D90649A5-A661-46B1-832C-F41B8A2AB181}" dt="2026-07-15T09:30:30.216" v="490" actId="14100"/>
          <ac:spMkLst>
            <pc:docMk/>
            <pc:sldMk cId="1795412139" sldId="256"/>
            <ac:spMk id="37" creationId="{AF9DFA96-467E-9C50-EDE8-032AD74BD682}"/>
          </ac:spMkLst>
        </pc:spChg>
        <pc:spChg chg="add mod">
          <ac:chgData name="Nazarii Kolesnikov" userId="c671a30fa6a6f881" providerId="LiveId" clId="{D90649A5-A661-46B1-832C-F41B8A2AB181}" dt="2026-07-15T09:04:32.148" v="312" actId="1076"/>
          <ac:spMkLst>
            <pc:docMk/>
            <pc:sldMk cId="1795412139" sldId="256"/>
            <ac:spMk id="38" creationId="{66CDC2C1-CE77-1A86-EC31-253FD8BF8E5B}"/>
          </ac:spMkLst>
        </pc:spChg>
        <pc:spChg chg="mod">
          <ac:chgData name="Nazarii Kolesnikov" userId="c671a30fa6a6f881" providerId="LiveId" clId="{D90649A5-A661-46B1-832C-F41B8A2AB181}" dt="2026-07-15T08:55:20.198" v="210" actId="14100"/>
          <ac:spMkLst>
            <pc:docMk/>
            <pc:sldMk cId="1795412139" sldId="256"/>
            <ac:spMk id="39" creationId="{83A25885-C1A3-C4F2-E13B-2922F953B0CE}"/>
          </ac:spMkLst>
        </pc:spChg>
        <pc:spChg chg="add mod">
          <ac:chgData name="Nazarii Kolesnikov" userId="c671a30fa6a6f881" providerId="LiveId" clId="{D90649A5-A661-46B1-832C-F41B8A2AB181}" dt="2026-07-15T09:03:01.680" v="289" actId="1076"/>
          <ac:spMkLst>
            <pc:docMk/>
            <pc:sldMk cId="1795412139" sldId="256"/>
            <ac:spMk id="41" creationId="{54B16045-5234-6B2B-8AE2-26D76F2FA4BC}"/>
          </ac:spMkLst>
        </pc:spChg>
        <pc:spChg chg="mod">
          <ac:chgData name="Nazarii Kolesnikov" userId="c671a30fa6a6f881" providerId="LiveId" clId="{D90649A5-A661-46B1-832C-F41B8A2AB181}" dt="2026-07-15T08:46:47.020" v="37" actId="14100"/>
          <ac:spMkLst>
            <pc:docMk/>
            <pc:sldMk cId="1795412139" sldId="256"/>
            <ac:spMk id="43" creationId="{B1B73279-43E6-4DEA-FBB8-0426540AA69D}"/>
          </ac:spMkLst>
        </pc:spChg>
        <pc:spChg chg="add mod">
          <ac:chgData name="Nazarii Kolesnikov" userId="c671a30fa6a6f881" providerId="LiveId" clId="{D90649A5-A661-46B1-832C-F41B8A2AB181}" dt="2026-07-15T09:03:15.515" v="291" actId="1076"/>
          <ac:spMkLst>
            <pc:docMk/>
            <pc:sldMk cId="1795412139" sldId="256"/>
            <ac:spMk id="44" creationId="{C3130B49-8425-0D96-E17B-73261610390B}"/>
          </ac:spMkLst>
        </pc:spChg>
        <pc:spChg chg="mod">
          <ac:chgData name="Nazarii Kolesnikov" userId="c671a30fa6a6f881" providerId="LiveId" clId="{D90649A5-A661-46B1-832C-F41B8A2AB181}" dt="2026-07-15T09:30:39.029" v="491" actId="14100"/>
          <ac:spMkLst>
            <pc:docMk/>
            <pc:sldMk cId="1795412139" sldId="256"/>
            <ac:spMk id="45" creationId="{21955BCB-4BC4-AE54-903B-48D4568AB407}"/>
          </ac:spMkLst>
        </pc:spChg>
        <pc:spChg chg="add mod">
          <ac:chgData name="Nazarii Kolesnikov" userId="c671a30fa6a6f881" providerId="LiveId" clId="{D90649A5-A661-46B1-832C-F41B8A2AB181}" dt="2026-07-15T09:04:25.651" v="311" actId="1076"/>
          <ac:spMkLst>
            <pc:docMk/>
            <pc:sldMk cId="1795412139" sldId="256"/>
            <ac:spMk id="47" creationId="{FAEA1E65-FE7D-BB71-0B71-E69D523209C6}"/>
          </ac:spMkLst>
        </pc:spChg>
        <pc:spChg chg="mod">
          <ac:chgData name="Nazarii Kolesnikov" userId="c671a30fa6a6f881" providerId="LiveId" clId="{D90649A5-A661-46B1-832C-F41B8A2AB181}" dt="2026-07-15T09:30:48.423" v="494" actId="1076"/>
          <ac:spMkLst>
            <pc:docMk/>
            <pc:sldMk cId="1795412139" sldId="256"/>
            <ac:spMk id="50" creationId="{0438D6EE-DD4B-3191-B27D-F5F6C0C9EF6E}"/>
          </ac:spMkLst>
        </pc:spChg>
        <pc:spChg chg="add mod">
          <ac:chgData name="Nazarii Kolesnikov" userId="c671a30fa6a6f881" providerId="LiveId" clId="{D90649A5-A661-46B1-832C-F41B8A2AB181}" dt="2026-07-15T09:05:06.453" v="316" actId="1076"/>
          <ac:spMkLst>
            <pc:docMk/>
            <pc:sldMk cId="1795412139" sldId="256"/>
            <ac:spMk id="51" creationId="{FFBC81C1-1B6B-5618-C287-D5BBA2905565}"/>
          </ac:spMkLst>
        </pc:spChg>
        <pc:spChg chg="add del">
          <ac:chgData name="Nazarii Kolesnikov" userId="c671a30fa6a6f881" providerId="LiveId" clId="{D90649A5-A661-46B1-832C-F41B8A2AB181}" dt="2026-07-15T09:04:07.300" v="307" actId="22"/>
          <ac:spMkLst>
            <pc:docMk/>
            <pc:sldMk cId="1795412139" sldId="256"/>
            <ac:spMk id="55" creationId="{DA205EDD-400B-B79D-61C8-65A0600B5C76}"/>
          </ac:spMkLst>
        </pc:spChg>
        <pc:spChg chg="mod">
          <ac:chgData name="Nazarii Kolesnikov" userId="c671a30fa6a6f881" providerId="LiveId" clId="{D90649A5-A661-46B1-832C-F41B8A2AB181}" dt="2026-07-15T09:30:15.154" v="488" actId="1076"/>
          <ac:spMkLst>
            <pc:docMk/>
            <pc:sldMk cId="1795412139" sldId="256"/>
            <ac:spMk id="56" creationId="{D63A48F1-8F03-532A-133A-16CB9DB1DD66}"/>
          </ac:spMkLst>
        </pc:spChg>
        <pc:spChg chg="add mod">
          <ac:chgData name="Nazarii Kolesnikov" userId="c671a30fa6a6f881" providerId="LiveId" clId="{D90649A5-A661-46B1-832C-F41B8A2AB181}" dt="2026-07-15T09:04:58.553" v="315" actId="1076"/>
          <ac:spMkLst>
            <pc:docMk/>
            <pc:sldMk cId="1795412139" sldId="256"/>
            <ac:spMk id="59" creationId="{8E0F2D53-7D20-996E-D675-D319ED5D7860}"/>
          </ac:spMkLst>
        </pc:spChg>
        <pc:spChg chg="mod">
          <ac:chgData name="Nazarii Kolesnikov" userId="c671a30fa6a6f881" providerId="LiveId" clId="{D90649A5-A661-46B1-832C-F41B8A2AB181}" dt="2026-07-15T08:49:52.342" v="115" actId="1076"/>
          <ac:spMkLst>
            <pc:docMk/>
            <pc:sldMk cId="1795412139" sldId="256"/>
            <ac:spMk id="66" creationId="{5DC7DE6F-34F3-CBE7-00AB-1C822C88B809}"/>
          </ac:spMkLst>
        </pc:spChg>
        <pc:spChg chg="add del">
          <ac:chgData name="Nazarii Kolesnikov" userId="c671a30fa6a6f881" providerId="LiveId" clId="{D90649A5-A661-46B1-832C-F41B8A2AB181}" dt="2026-07-15T09:07:28.721" v="338" actId="22"/>
          <ac:spMkLst>
            <pc:docMk/>
            <pc:sldMk cId="1795412139" sldId="256"/>
            <ac:spMk id="75" creationId="{E28CACF1-7AFD-95CF-8563-EDC35B655F2A}"/>
          </ac:spMkLst>
        </pc:spChg>
        <pc:spChg chg="add mod">
          <ac:chgData name="Nazarii Kolesnikov" userId="c671a30fa6a6f881" providerId="LiveId" clId="{D90649A5-A661-46B1-832C-F41B8A2AB181}" dt="2026-07-15T09:21:56.349" v="430" actId="1076"/>
          <ac:spMkLst>
            <pc:docMk/>
            <pc:sldMk cId="1795412139" sldId="256"/>
            <ac:spMk id="83" creationId="{FB34F87B-D8FF-E725-BAC6-811C50A24405}"/>
          </ac:spMkLst>
        </pc:spChg>
        <pc:spChg chg="add del mod">
          <ac:chgData name="Nazarii Kolesnikov" userId="c671a30fa6a6f881" providerId="LiveId" clId="{D90649A5-A661-46B1-832C-F41B8A2AB181}" dt="2026-07-15T09:22:01.861" v="432"/>
          <ac:spMkLst>
            <pc:docMk/>
            <pc:sldMk cId="1795412139" sldId="256"/>
            <ac:spMk id="86" creationId="{9BCD4DEA-6A94-8B8F-DD8F-41C6D62FC9BF}"/>
          </ac:spMkLst>
        </pc:spChg>
        <pc:spChg chg="add mod">
          <ac:chgData name="Nazarii Kolesnikov" userId="c671a30fa6a6f881" providerId="LiveId" clId="{D90649A5-A661-46B1-832C-F41B8A2AB181}" dt="2026-07-15T09:30:08.538" v="487" actId="14100"/>
          <ac:spMkLst>
            <pc:docMk/>
            <pc:sldMk cId="1795412139" sldId="256"/>
            <ac:spMk id="88" creationId="{B21D276E-781B-470C-7099-678175D0C8BB}"/>
          </ac:spMkLst>
        </pc:spChg>
        <pc:picChg chg="add mod">
          <ac:chgData name="Nazarii Kolesnikov" userId="c671a30fa6a6f881" providerId="LiveId" clId="{D90649A5-A661-46B1-832C-F41B8A2AB181}" dt="2026-07-15T08:48:19.668" v="79" actId="1076"/>
          <ac:picMkLst>
            <pc:docMk/>
            <pc:sldMk cId="1795412139" sldId="256"/>
            <ac:picMk id="3" creationId="{E938E4AB-1EAF-D641-4E3F-9D9A117BE761}"/>
          </ac:picMkLst>
        </pc:picChg>
        <pc:picChg chg="mod modCrop">
          <ac:chgData name="Nazarii Kolesnikov" userId="c671a30fa6a6f881" providerId="LiveId" clId="{D90649A5-A661-46B1-832C-F41B8A2AB181}" dt="2026-07-15T08:53:40.699" v="180" actId="1076"/>
          <ac:picMkLst>
            <pc:docMk/>
            <pc:sldMk cId="1795412139" sldId="256"/>
            <ac:picMk id="19" creationId="{BC619E1B-AFA8-7167-D06D-492B8D8CF68B}"/>
          </ac:picMkLst>
        </pc:picChg>
        <pc:picChg chg="mod">
          <ac:chgData name="Nazarii Kolesnikov" userId="c671a30fa6a6f881" providerId="LiveId" clId="{D90649A5-A661-46B1-832C-F41B8A2AB181}" dt="2026-07-15T08:46:33.862" v="32" actId="1076"/>
          <ac:picMkLst>
            <pc:docMk/>
            <pc:sldMk cId="1795412139" sldId="256"/>
            <ac:picMk id="21" creationId="{D24E40FC-0F1A-FBAC-447E-FA90A9F73679}"/>
          </ac:picMkLst>
        </pc:picChg>
        <pc:picChg chg="add mod modCrop">
          <ac:chgData name="Nazarii Kolesnikov" userId="c671a30fa6a6f881" providerId="LiveId" clId="{D90649A5-A661-46B1-832C-F41B8A2AB181}" dt="2026-07-15T09:05:35.709" v="319" actId="1076"/>
          <ac:picMkLst>
            <pc:docMk/>
            <pc:sldMk cId="1795412139" sldId="256"/>
            <ac:picMk id="30" creationId="{D9FCB955-FDC0-5664-D73E-14C283E66D1D}"/>
          </ac:picMkLst>
        </pc:picChg>
        <pc:picChg chg="mod">
          <ac:chgData name="Nazarii Kolesnikov" userId="c671a30fa6a6f881" providerId="LiveId" clId="{D90649A5-A661-46B1-832C-F41B8A2AB181}" dt="2026-07-15T08:50:26.768" v="126" actId="1076"/>
          <ac:picMkLst>
            <pc:docMk/>
            <pc:sldMk cId="1795412139" sldId="256"/>
            <ac:picMk id="31" creationId="{657E6CE3-94CF-8557-85E3-AA29E91EF14C}"/>
          </ac:picMkLst>
        </pc:picChg>
        <pc:picChg chg="add mod modCrop">
          <ac:chgData name="Nazarii Kolesnikov" userId="c671a30fa6a6f881" providerId="LiveId" clId="{D90649A5-A661-46B1-832C-F41B8A2AB181}" dt="2026-07-15T09:01:21.783" v="247" actId="14100"/>
          <ac:picMkLst>
            <pc:docMk/>
            <pc:sldMk cId="1795412139" sldId="256"/>
            <ac:picMk id="34" creationId="{6DAA78F0-1A84-B964-EB7A-6DE04E14E84F}"/>
          </ac:picMkLst>
        </pc:picChg>
        <pc:picChg chg="mod">
          <ac:chgData name="Nazarii Kolesnikov" userId="c671a30fa6a6f881" providerId="LiveId" clId="{D90649A5-A661-46B1-832C-F41B8A2AB181}" dt="2026-07-15T08:46:38.805" v="34" actId="1076"/>
          <ac:picMkLst>
            <pc:docMk/>
            <pc:sldMk cId="1795412139" sldId="256"/>
            <ac:picMk id="48" creationId="{EE4DDD86-ED2B-8058-439C-FBC1D2E2A489}"/>
          </ac:picMkLst>
        </pc:picChg>
        <pc:picChg chg="mod">
          <ac:chgData name="Nazarii Kolesnikov" userId="c671a30fa6a6f881" providerId="LiveId" clId="{D90649A5-A661-46B1-832C-F41B8A2AB181}" dt="2026-07-15T09:30:45.378" v="493" actId="1076"/>
          <ac:picMkLst>
            <pc:docMk/>
            <pc:sldMk cId="1795412139" sldId="256"/>
            <ac:picMk id="52" creationId="{B8DFD916-8F66-6810-032C-8F98E239622D}"/>
          </ac:picMkLst>
        </pc:picChg>
        <pc:picChg chg="mod">
          <ac:chgData name="Nazarii Kolesnikov" userId="c671a30fa6a6f881" providerId="LiveId" clId="{D90649A5-A661-46B1-832C-F41B8A2AB181}" dt="2026-07-15T09:23:00.300" v="435" actId="1076"/>
          <ac:picMkLst>
            <pc:docMk/>
            <pc:sldMk cId="1795412139" sldId="256"/>
            <ac:picMk id="58" creationId="{DCDA7079-D450-245E-3D7E-DB48C4E0BC9D}"/>
          </ac:picMkLst>
        </pc:picChg>
        <pc:picChg chg="mod">
          <ac:chgData name="Nazarii Kolesnikov" userId="c671a30fa6a6f881" providerId="LiveId" clId="{D90649A5-A661-46B1-832C-F41B8A2AB181}" dt="2026-07-15T09:22:55.863" v="433" actId="14100"/>
          <ac:picMkLst>
            <pc:docMk/>
            <pc:sldMk cId="1795412139" sldId="256"/>
            <ac:picMk id="60" creationId="{975AD821-C924-494F-0AD4-EBCBD3BABD07}"/>
          </ac:picMkLst>
        </pc:picChg>
        <pc:picChg chg="mod">
          <ac:chgData name="Nazarii Kolesnikov" userId="c671a30fa6a6f881" providerId="LiveId" clId="{D90649A5-A661-46B1-832C-F41B8A2AB181}" dt="2026-07-15T08:50:33.904" v="128" actId="1076"/>
          <ac:picMkLst>
            <pc:docMk/>
            <pc:sldMk cId="1795412139" sldId="256"/>
            <ac:picMk id="70" creationId="{B3CFD37A-B91E-BCAD-C9D5-91490E76D1BD}"/>
          </ac:picMkLst>
        </pc:picChg>
        <pc:picChg chg="mod">
          <ac:chgData name="Nazarii Kolesnikov" userId="c671a30fa6a6f881" providerId="LiveId" clId="{D90649A5-A661-46B1-832C-F41B8A2AB181}" dt="2026-07-15T09:05:54.280" v="321" actId="1076"/>
          <ac:picMkLst>
            <pc:docMk/>
            <pc:sldMk cId="1795412139" sldId="256"/>
            <ac:picMk id="72" creationId="{A40B53B4-5744-650B-A0EE-7011921A1038}"/>
          </ac:picMkLst>
        </pc:picChg>
        <pc:picChg chg="mod">
          <ac:chgData name="Nazarii Kolesnikov" userId="c671a30fa6a6f881" providerId="LiveId" clId="{D90649A5-A661-46B1-832C-F41B8A2AB181}" dt="2026-07-15T08:52:58.223" v="167" actId="1076"/>
          <ac:picMkLst>
            <pc:docMk/>
            <pc:sldMk cId="1795412139" sldId="256"/>
            <ac:picMk id="74" creationId="{ED056542-99FD-3F7E-A699-342A95A5EAF6}"/>
          </ac:picMkLst>
        </pc:picChg>
        <pc:picChg chg="mod">
          <ac:chgData name="Nazarii Kolesnikov" userId="c671a30fa6a6f881" providerId="LiveId" clId="{D90649A5-A661-46B1-832C-F41B8A2AB181}" dt="2026-07-15T08:53:00.006" v="168" actId="1076"/>
          <ac:picMkLst>
            <pc:docMk/>
            <pc:sldMk cId="1795412139" sldId="256"/>
            <ac:picMk id="76" creationId="{7F6148E5-9396-0BC9-8293-5B45CBE43239}"/>
          </ac:picMkLst>
        </pc:picChg>
        <pc:picChg chg="mod">
          <ac:chgData name="Nazarii Kolesnikov" userId="c671a30fa6a6f881" providerId="LiveId" clId="{D90649A5-A661-46B1-832C-F41B8A2AB181}" dt="2026-07-15T09:05:46.390" v="320" actId="1076"/>
          <ac:picMkLst>
            <pc:docMk/>
            <pc:sldMk cId="1795412139" sldId="256"/>
            <ac:picMk id="80" creationId="{B0616AD0-BC98-CC0A-7630-EEFC8771624F}"/>
          </ac:picMkLst>
        </pc:picChg>
        <pc:picChg chg="mod">
          <ac:chgData name="Nazarii Kolesnikov" userId="c671a30fa6a6f881" providerId="LiveId" clId="{D90649A5-A661-46B1-832C-F41B8A2AB181}" dt="2026-07-15T08:53:04.367" v="170" actId="1076"/>
          <ac:picMkLst>
            <pc:docMk/>
            <pc:sldMk cId="1795412139" sldId="256"/>
            <ac:picMk id="82" creationId="{5308A825-ABA1-2F1F-6BCD-EAEC51C01636}"/>
          </ac:picMkLst>
        </pc:picChg>
        <pc:picChg chg="del mod">
          <ac:chgData name="Nazarii Kolesnikov" userId="c671a30fa6a6f881" providerId="LiveId" clId="{D90649A5-A661-46B1-832C-F41B8A2AB181}" dt="2026-07-15T09:25:19.481" v="457" actId="478"/>
          <ac:picMkLst>
            <pc:docMk/>
            <pc:sldMk cId="1795412139" sldId="256"/>
            <ac:picMk id="90" creationId="{FACCD6A6-63BF-ACF0-BA49-213EF64D861F}"/>
          </ac:picMkLst>
        </pc:picChg>
        <pc:picChg chg="add mod">
          <ac:chgData name="Nazarii Kolesnikov" userId="c671a30fa6a6f881" providerId="LiveId" clId="{D90649A5-A661-46B1-832C-F41B8A2AB181}" dt="2026-07-15T09:25:17.925" v="456" actId="1076"/>
          <ac:picMkLst>
            <pc:docMk/>
            <pc:sldMk cId="1795412139" sldId="256"/>
            <ac:picMk id="91" creationId="{533735C8-886C-99AE-BC41-44FFC5F680E5}"/>
          </ac:picMkLst>
        </pc:picChg>
        <pc:picChg chg="add mod">
          <ac:chgData name="Nazarii Kolesnikov" userId="c671a30fa6a6f881" providerId="LiveId" clId="{D90649A5-A661-46B1-832C-F41B8A2AB181}" dt="2026-07-15T09:27:19.502" v="483" actId="1076"/>
          <ac:picMkLst>
            <pc:docMk/>
            <pc:sldMk cId="1795412139" sldId="256"/>
            <ac:picMk id="93" creationId="{38DC4CA8-81BA-C5DF-1874-DA14BAC00A04}"/>
          </ac:picMkLst>
        </pc:picChg>
        <pc:picChg chg="add mod modCrop">
          <ac:chgData name="Nazarii Kolesnikov" userId="c671a30fa6a6f881" providerId="LiveId" clId="{D90649A5-A661-46B1-832C-F41B8A2AB181}" dt="2026-07-15T09:27:21.665" v="484" actId="1076"/>
          <ac:picMkLst>
            <pc:docMk/>
            <pc:sldMk cId="1795412139" sldId="256"/>
            <ac:picMk id="95" creationId="{A49EBCEE-2A93-7BF9-8585-39A21F2C2370}"/>
          </ac:picMkLst>
        </pc:picChg>
        <pc:cxnChg chg="add mod">
          <ac:chgData name="Nazarii Kolesnikov" userId="c671a30fa6a6f881" providerId="LiveId" clId="{D90649A5-A661-46B1-832C-F41B8A2AB181}" dt="2026-07-15T09:07:59.764" v="343" actId="1076"/>
          <ac:cxnSpMkLst>
            <pc:docMk/>
            <pc:sldMk cId="1795412139" sldId="256"/>
            <ac:cxnSpMk id="62" creationId="{62227A63-3625-AD2F-AF3D-A325AA81EFF3}"/>
          </ac:cxnSpMkLst>
        </pc:cxnChg>
        <pc:cxnChg chg="add mod">
          <ac:chgData name="Nazarii Kolesnikov" userId="c671a30fa6a6f881" providerId="LiveId" clId="{D90649A5-A661-46B1-832C-F41B8A2AB181}" dt="2026-07-15T09:07:02.655" v="333" actId="1076"/>
          <ac:cxnSpMkLst>
            <pc:docMk/>
            <pc:sldMk cId="1795412139" sldId="256"/>
            <ac:cxnSpMk id="69" creationId="{16366179-529C-AAEB-0DFC-30DA5F2E5A17}"/>
          </ac:cxnSpMkLst>
        </pc:cxnChg>
        <pc:cxnChg chg="add mod">
          <ac:chgData name="Nazarii Kolesnikov" userId="c671a30fa6a6f881" providerId="LiveId" clId="{D90649A5-A661-46B1-832C-F41B8A2AB181}" dt="2026-07-15T09:07:24.177" v="336" actId="1076"/>
          <ac:cxnSpMkLst>
            <pc:docMk/>
            <pc:sldMk cId="1795412139" sldId="256"/>
            <ac:cxnSpMk id="71" creationId="{BB3E8AFD-9DA3-B7C1-45C3-4BD2F59070AC}"/>
          </ac:cxnSpMkLst>
        </pc:cxnChg>
        <pc:cxnChg chg="add mod">
          <ac:chgData name="Nazarii Kolesnikov" userId="c671a30fa6a6f881" providerId="LiveId" clId="{D90649A5-A661-46B1-832C-F41B8A2AB181}" dt="2026-07-15T09:07:39.967" v="340" actId="1076"/>
          <ac:cxnSpMkLst>
            <pc:docMk/>
            <pc:sldMk cId="1795412139" sldId="256"/>
            <ac:cxnSpMk id="77" creationId="{DB434365-06A7-CA87-687C-1DF2CF254143}"/>
          </ac:cxnSpMkLst>
        </pc:cxnChg>
        <pc:cxnChg chg="add mod">
          <ac:chgData name="Nazarii Kolesnikov" userId="c671a30fa6a6f881" providerId="LiveId" clId="{D90649A5-A661-46B1-832C-F41B8A2AB181}" dt="2026-07-15T09:10:28.308" v="358" actId="1076"/>
          <ac:cxnSpMkLst>
            <pc:docMk/>
            <pc:sldMk cId="1795412139" sldId="256"/>
            <ac:cxnSpMk id="78" creationId="{105A18E3-9ED1-D4B1-BB3C-72B9EDCA2E01}"/>
          </ac:cxnSpMkLst>
        </pc:cxnChg>
        <pc:cxnChg chg="add mod">
          <ac:chgData name="Nazarii Kolesnikov" userId="c671a30fa6a6f881" providerId="LiveId" clId="{D90649A5-A661-46B1-832C-F41B8A2AB181}" dt="2026-07-15T09:10:32.396" v="360" actId="1076"/>
          <ac:cxnSpMkLst>
            <pc:docMk/>
            <pc:sldMk cId="1795412139" sldId="256"/>
            <ac:cxnSpMk id="79" creationId="{2CD4C490-578C-9B8F-AAC8-A13EAEF9D6D7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615EBF-38CA-482D-94FB-718F02B48562}" type="datetimeFigureOut">
              <a:rPr lang="uk-UA" smtClean="0"/>
              <a:t>15.07.2026</a:t>
            </a:fld>
            <a:endParaRPr lang="uk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CFFD14-F6AA-46DF-8732-1F53A5D39C5B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65551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FFD14-F6AA-46DF-8732-1F53A5D39C5B}" type="slidenum">
              <a:rPr lang="uk-UA" smtClean="0"/>
              <a:t>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07691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F035E-C4A3-9D99-0C65-7A4F08EFEC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B52169-479C-DDDB-AF1B-C62796C6C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CA6D6-1735-DCE9-592F-3A7FD3CD2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5DD92-CDDF-4CDB-8896-AF6A80802769}" type="datetimeFigureOut">
              <a:rPr lang="uk-UA" smtClean="0"/>
              <a:t>15.07.2026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D891C-0083-D7DF-048B-1EB85A268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8A13B-CD11-5599-28AD-865D52DD1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B5D4-ABDD-4A62-83FC-11F116F22B86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75230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B3183-C183-1D19-7C2A-5DE7F7B28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DB23F-3DCF-CD6B-D11E-0BB3592E1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86C32-8E22-F0D4-7DD5-BEF0BC2C8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5DD92-CDDF-4CDB-8896-AF6A80802769}" type="datetimeFigureOut">
              <a:rPr lang="uk-UA" smtClean="0"/>
              <a:t>15.07.2026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2477A-45CB-E7C1-B753-3504B66D5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281DB-BF1A-091B-B00F-107F4DA02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B5D4-ABDD-4A62-83FC-11F116F22B86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50135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8E2FF-6DD2-5395-A063-270E8AF41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8B5A8D-1FBE-6515-0D39-93DEDA1CB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2A6E3-CFC0-E3FA-2CD3-5D5BD6AEF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5DD92-CDDF-4CDB-8896-AF6A80802769}" type="datetimeFigureOut">
              <a:rPr lang="uk-UA" smtClean="0"/>
              <a:t>15.07.2026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404DF-9CD1-DC90-00B4-BC4E2512F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E1C44-9274-838C-05E7-E4871AC6C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B5D4-ABDD-4A62-83FC-11F116F22B86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50031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AB4E-C566-9C79-2CF5-4C1FE6BAA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14900-F04E-DA87-0866-448447B507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CB68D3-52E8-449D-2D13-2213BF227A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12F765-C999-792D-90B6-3C9DEFEFD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5DD92-CDDF-4CDB-8896-AF6A80802769}" type="datetimeFigureOut">
              <a:rPr lang="uk-UA" smtClean="0"/>
              <a:t>15.07.2026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FDB354-16C4-D21B-069E-00E557DFD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180472-ADCA-69AA-6845-29AB3CCB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B5D4-ABDD-4A62-83FC-11F116F22B86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48431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4116A-804B-BC8F-08E1-7F3AE5666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A134AB-C465-B177-B6F4-C9D67485D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5A7162-E148-745A-0AED-93F8FBC57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76E5D6-E14F-1695-AFE7-265D371552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8BC83F-8EEB-8840-8604-1E1F5D7BB9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25FD05-D96B-59F3-7F08-E55F76828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5DD92-CDDF-4CDB-8896-AF6A80802769}" type="datetimeFigureOut">
              <a:rPr lang="uk-UA" smtClean="0"/>
              <a:t>15.07.2026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4B5BAF-A5BE-05F1-96D8-A54C165DE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2C2FF1-C53C-6D4C-0B9C-8D091808D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B5D4-ABDD-4A62-83FC-11F116F22B86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10463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955AF-07E6-BFEA-5C94-57E657B82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DAC682-1B2B-86ED-149C-2580D1B35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5DD92-CDDF-4CDB-8896-AF6A80802769}" type="datetimeFigureOut">
              <a:rPr lang="uk-UA" smtClean="0"/>
              <a:t>15.07.2026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6DB4DF-396B-87D4-DEC4-012227DFE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49ADA4-8D52-3ACE-7757-409328A3C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B5D4-ABDD-4A62-83FC-11F116F22B86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14763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1F82A6-5C5C-FC83-CE04-969C5F024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5DD92-CDDF-4CDB-8896-AF6A80802769}" type="datetimeFigureOut">
              <a:rPr lang="uk-UA" smtClean="0"/>
              <a:t>15.07.2026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0B21B4-022A-15D1-96ED-3D02583C8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52558-F1A0-FEC4-8260-F443BD3C3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B5D4-ABDD-4A62-83FC-11F116F22B86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1074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6148A-AFEF-B11F-C6E2-380007EE8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ABF8D-AFFD-88F9-8826-3AFF718C4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DAA50E-35AA-A063-06BC-D3937E1739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43DB9-8FF1-43CD-E923-CDCC1E72B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5DD92-CDDF-4CDB-8896-AF6A80802769}" type="datetimeFigureOut">
              <a:rPr lang="uk-UA" smtClean="0"/>
              <a:t>15.07.2026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995599-57B8-917A-BF79-BA84AD6E5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ABC4EA-6C4F-A15F-62EF-71069D3F6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B5D4-ABDD-4A62-83FC-11F116F22B86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57972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E3791-FDCC-F0E8-7841-2C1E09028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BD96D4-BFA6-4163-37F1-9AB35B471D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9DD31C-C632-A2CE-9880-C37B87F5B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D643D0-4E8C-4E1C-A083-69A9F5505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5DD92-CDDF-4CDB-8896-AF6A80802769}" type="datetimeFigureOut">
              <a:rPr lang="uk-UA" smtClean="0"/>
              <a:t>15.07.2026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AF1304-D3AB-C486-4C69-65F62354C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6DCB51-7540-D9AF-6B5C-F885E113E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B5D4-ABDD-4A62-83FC-11F116F22B86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14251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37120-96F4-0A6D-D3C2-33DF3DA8B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03B1E4-1C8D-09CA-C650-64676A258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12BC8-3EA0-AEC2-8A9C-3C60D2003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5DD92-CDDF-4CDB-8896-AF6A80802769}" type="datetimeFigureOut">
              <a:rPr lang="uk-UA" smtClean="0"/>
              <a:t>15.07.2026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93B92-876B-D3B7-00DD-48F715821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738D7-3CBA-FA2B-5C3B-DFB13BC8A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B5D4-ABDD-4A62-83FC-11F116F22B86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61158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AE5FB6-33D0-CC2D-94AA-793A652042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932102-E5B1-FDB8-8A91-8F0A297FE8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983F0-BF55-CE6D-0235-FA7AF5C36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5DD92-CDDF-4CDB-8896-AF6A80802769}" type="datetimeFigureOut">
              <a:rPr lang="uk-UA" smtClean="0"/>
              <a:t>15.07.2026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36533-654A-0152-8536-8194783AB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85DEB-502C-ADA2-5A8E-03A1615AB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B5D4-ABDD-4A62-83FC-11F116F22B86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73992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FD5A77-F308-C769-557E-16813E38A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44DBCD-CC2F-1A05-4EAB-EC79309EF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A5FC2-F49C-A12E-42C3-D5ED5C55A9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5DD92-CDDF-4CDB-8896-AF6A80802769}" type="datetimeFigureOut">
              <a:rPr lang="uk-UA" smtClean="0"/>
              <a:t>15.07.2026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392DD-A7AA-BCA3-1014-03993A3927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AAE02-E442-6F1D-E5E3-2C862B55C6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0CB5D4-ABDD-4A62-83FC-11F116F22B86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9397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jfif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988F1A-FC25-2C58-BC41-A5BDC9AC64DF}"/>
              </a:ext>
            </a:extLst>
          </p:cNvPr>
          <p:cNvSpPr/>
          <p:nvPr/>
        </p:nvSpPr>
        <p:spPr>
          <a:xfrm>
            <a:off x="105668" y="568191"/>
            <a:ext cx="1625648" cy="6182773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938F4A-B69C-734E-7F09-0048486A58D4}"/>
              </a:ext>
            </a:extLst>
          </p:cNvPr>
          <p:cNvSpPr/>
          <p:nvPr/>
        </p:nvSpPr>
        <p:spPr>
          <a:xfrm>
            <a:off x="2012673" y="568191"/>
            <a:ext cx="1973901" cy="6182774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D4F61B-E8C0-99FB-E126-61ACC437BD63}"/>
              </a:ext>
            </a:extLst>
          </p:cNvPr>
          <p:cNvSpPr/>
          <p:nvPr/>
        </p:nvSpPr>
        <p:spPr>
          <a:xfrm>
            <a:off x="4201533" y="568191"/>
            <a:ext cx="6306859" cy="620482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C3AB29-3D7A-3907-3B4A-B9C11CDB717D}"/>
              </a:ext>
            </a:extLst>
          </p:cNvPr>
          <p:cNvSpPr/>
          <p:nvPr/>
        </p:nvSpPr>
        <p:spPr>
          <a:xfrm>
            <a:off x="10714754" y="568191"/>
            <a:ext cx="1387791" cy="6204823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0915A6-193F-DF77-4A9A-0289147B14FE}"/>
              </a:ext>
            </a:extLst>
          </p:cNvPr>
          <p:cNvSpPr txBox="1"/>
          <p:nvPr/>
        </p:nvSpPr>
        <p:spPr>
          <a:xfrm>
            <a:off x="2831261" y="0"/>
            <a:ext cx="7180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dirty="0"/>
              <a:t>Real-Time Dashboard Reference Architecture</a:t>
            </a:r>
            <a:endParaRPr lang="uk-UA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DD1356-7EE1-8E7A-A5A5-E97457399D70}"/>
              </a:ext>
            </a:extLst>
          </p:cNvPr>
          <p:cNvSpPr txBox="1"/>
          <p:nvPr/>
        </p:nvSpPr>
        <p:spPr>
          <a:xfrm>
            <a:off x="224300" y="605407"/>
            <a:ext cx="13421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b="1" dirty="0"/>
              <a:t>Data Source</a:t>
            </a:r>
            <a:endParaRPr lang="uk-UA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08A7F7-F9FC-5E6B-3376-F2FE294BC605}"/>
              </a:ext>
            </a:extLst>
          </p:cNvPr>
          <p:cNvSpPr txBox="1"/>
          <p:nvPr/>
        </p:nvSpPr>
        <p:spPr>
          <a:xfrm>
            <a:off x="2105705" y="586246"/>
            <a:ext cx="1804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b="1" dirty="0"/>
              <a:t>Messaging Lawer</a:t>
            </a:r>
            <a:endParaRPr lang="uk-UA" sz="16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5B33B7-9CEB-AADA-6407-C89C9ACA49E8}"/>
              </a:ext>
            </a:extLst>
          </p:cNvPr>
          <p:cNvSpPr txBox="1"/>
          <p:nvPr/>
        </p:nvSpPr>
        <p:spPr>
          <a:xfrm>
            <a:off x="4254288" y="606594"/>
            <a:ext cx="29874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b="1" dirty="0"/>
              <a:t>R</a:t>
            </a:r>
            <a:r>
              <a:rPr lang="uk-UA" sz="1600" b="1" dirty="0"/>
              <a:t>eliable </a:t>
            </a:r>
            <a:r>
              <a:rPr lang="en-US" sz="1600" b="1" dirty="0"/>
              <a:t>distributed storage and processing of large datasets (Big Data)</a:t>
            </a:r>
            <a:endParaRPr lang="uk-UA" sz="1600" b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C619E1B-AFA8-7167-D06D-492B8D8CF6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" t="26484" r="2456" b="29170"/>
          <a:stretch>
            <a:fillRect/>
          </a:stretch>
        </p:blipFill>
        <p:spPr>
          <a:xfrm>
            <a:off x="7230414" y="625309"/>
            <a:ext cx="3256714" cy="85474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24E40FC-0F1A-FBAC-447E-FA90A9F736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2005" y="4010543"/>
            <a:ext cx="1385955" cy="719977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2F182FC0-EF00-ED4F-9724-7E48B9CB89F5}"/>
              </a:ext>
            </a:extLst>
          </p:cNvPr>
          <p:cNvSpPr/>
          <p:nvPr/>
        </p:nvSpPr>
        <p:spPr>
          <a:xfrm>
            <a:off x="5632661" y="1838883"/>
            <a:ext cx="2164531" cy="1550172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3D3072-515D-1406-DACC-715195C8C958}"/>
              </a:ext>
            </a:extLst>
          </p:cNvPr>
          <p:cNvSpPr/>
          <p:nvPr/>
        </p:nvSpPr>
        <p:spPr>
          <a:xfrm>
            <a:off x="5632661" y="3509386"/>
            <a:ext cx="1490510" cy="1578666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A6F76A-6AB1-94AF-D14C-A3CC5D989570}"/>
              </a:ext>
            </a:extLst>
          </p:cNvPr>
          <p:cNvSpPr txBox="1"/>
          <p:nvPr/>
        </p:nvSpPr>
        <p:spPr>
          <a:xfrm>
            <a:off x="5948756" y="1850405"/>
            <a:ext cx="16502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b="1" dirty="0"/>
              <a:t>Data Streaming</a:t>
            </a:r>
            <a:endParaRPr lang="uk-UA" sz="1600" b="1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57E6CE3-94CF-8557-85E3-AA29E91EF1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6466" y="2182509"/>
            <a:ext cx="1574848" cy="114211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FF33260-99B6-4382-81F5-476DB59C79BC}"/>
              </a:ext>
            </a:extLst>
          </p:cNvPr>
          <p:cNvSpPr txBox="1"/>
          <p:nvPr/>
        </p:nvSpPr>
        <p:spPr>
          <a:xfrm>
            <a:off x="5662523" y="3568023"/>
            <a:ext cx="1518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b="1" dirty="0"/>
              <a:t>Data Processing </a:t>
            </a:r>
            <a:endParaRPr lang="uk-UA" sz="1400" b="1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E5E7C6C-BB28-DDB0-70C6-C6579DF4DD4D}"/>
              </a:ext>
            </a:extLst>
          </p:cNvPr>
          <p:cNvSpPr/>
          <p:nvPr/>
        </p:nvSpPr>
        <p:spPr>
          <a:xfrm>
            <a:off x="7948032" y="1838883"/>
            <a:ext cx="2376919" cy="1550172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F9DFA96-467E-9C50-EDE8-032AD74BD682}"/>
              </a:ext>
            </a:extLst>
          </p:cNvPr>
          <p:cNvSpPr/>
          <p:nvPr/>
        </p:nvSpPr>
        <p:spPr>
          <a:xfrm>
            <a:off x="7241771" y="3511864"/>
            <a:ext cx="1490510" cy="1575251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3A25885-C1A3-C4F2-E13B-2922F953B0CE}"/>
              </a:ext>
            </a:extLst>
          </p:cNvPr>
          <p:cNvSpPr/>
          <p:nvPr/>
        </p:nvSpPr>
        <p:spPr>
          <a:xfrm>
            <a:off x="8852237" y="3521519"/>
            <a:ext cx="1465428" cy="1568254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1B73279-43E6-4DEA-FBB8-0426540AA69D}"/>
              </a:ext>
            </a:extLst>
          </p:cNvPr>
          <p:cNvSpPr txBox="1"/>
          <p:nvPr/>
        </p:nvSpPr>
        <p:spPr>
          <a:xfrm>
            <a:off x="7230414" y="3550795"/>
            <a:ext cx="1621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b="1" dirty="0"/>
              <a:t>Data Warehouse </a:t>
            </a:r>
            <a:endParaRPr lang="uk-UA" sz="1400" b="1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1955BCB-4BC4-AE54-903B-48D4568AB407}"/>
              </a:ext>
            </a:extLst>
          </p:cNvPr>
          <p:cNvSpPr/>
          <p:nvPr/>
        </p:nvSpPr>
        <p:spPr>
          <a:xfrm>
            <a:off x="4321656" y="1838883"/>
            <a:ext cx="1176908" cy="4823060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EE4DDD86-ED2B-8058-439C-FBC1D2E2A4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4601" y="3888446"/>
            <a:ext cx="1259080" cy="113344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0438D6EE-DD4B-3191-B27D-F5F6C0C9EF6E}"/>
              </a:ext>
            </a:extLst>
          </p:cNvPr>
          <p:cNvSpPr txBox="1"/>
          <p:nvPr/>
        </p:nvSpPr>
        <p:spPr>
          <a:xfrm rot="16200000">
            <a:off x="3125521" y="3706522"/>
            <a:ext cx="27465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b="1" dirty="0"/>
              <a:t>Coordination Service</a:t>
            </a:r>
            <a:endParaRPr lang="uk-UA" sz="1600" b="1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B8DFD916-8F66-6810-032C-8F98E23962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354299" y="3926050"/>
            <a:ext cx="1406671" cy="759190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C580C009-426A-EC9A-7101-046A0BE0277F}"/>
              </a:ext>
            </a:extLst>
          </p:cNvPr>
          <p:cNvSpPr/>
          <p:nvPr/>
        </p:nvSpPr>
        <p:spPr>
          <a:xfrm>
            <a:off x="5639946" y="5167426"/>
            <a:ext cx="4685005" cy="739029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63A48F1-8F03-532A-133A-16CB9DB1DD66}"/>
              </a:ext>
            </a:extLst>
          </p:cNvPr>
          <p:cNvSpPr/>
          <p:nvPr/>
        </p:nvSpPr>
        <p:spPr>
          <a:xfrm>
            <a:off x="5632660" y="5948459"/>
            <a:ext cx="4685005" cy="695742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DCDA7079-D450-245E-3D7E-DB48C4E0BC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93" t="28178" r="14724" b="30468"/>
          <a:stretch>
            <a:fillRect/>
          </a:stretch>
        </p:blipFill>
        <p:spPr>
          <a:xfrm>
            <a:off x="8296744" y="5197628"/>
            <a:ext cx="1908095" cy="643788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975AD821-C924-494F-0AD4-EBCBD3BABD0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73" t="25953" r="24753" b="37398"/>
          <a:stretch>
            <a:fillRect/>
          </a:stretch>
        </p:blipFill>
        <p:spPr>
          <a:xfrm>
            <a:off x="8276807" y="6022959"/>
            <a:ext cx="1987550" cy="614347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5DC7DE6F-34F3-CBE7-00AB-1C822C88B809}"/>
              </a:ext>
            </a:extLst>
          </p:cNvPr>
          <p:cNvSpPr txBox="1"/>
          <p:nvPr/>
        </p:nvSpPr>
        <p:spPr>
          <a:xfrm>
            <a:off x="8206983" y="1851537"/>
            <a:ext cx="190127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500" b="1" dirty="0"/>
              <a:t>SQL Query Engine</a:t>
            </a:r>
            <a:endParaRPr lang="uk-UA" sz="1500" b="1" dirty="0"/>
          </a:p>
        </p:txBody>
      </p:sp>
      <p:pic>
        <p:nvPicPr>
          <p:cNvPr id="70" name="Graphic 69">
            <a:extLst>
              <a:ext uri="{FF2B5EF4-FFF2-40B4-BE49-F238E27FC236}">
                <a16:creationId xmlns:a16="http://schemas.microsoft.com/office/drawing/2014/main" id="{B3CFD37A-B91E-BCAD-C9D5-91490E76D1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87650" y="2379605"/>
            <a:ext cx="2149844" cy="679146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A40B53B4-5744-650B-A0EE-7011921A103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82" t="13070" r="20239" b="12376"/>
          <a:stretch>
            <a:fillRect/>
          </a:stretch>
        </p:blipFill>
        <p:spPr>
          <a:xfrm>
            <a:off x="2035721" y="918736"/>
            <a:ext cx="1915501" cy="1005434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ED056542-99FD-3F7E-A699-342A95A5EAF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88" y="981177"/>
            <a:ext cx="897613" cy="897613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7F6148E5-9396-0BC9-8293-5B45CBE4323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37" t="28849" r="10979" b="27595"/>
          <a:stretch>
            <a:fillRect/>
          </a:stretch>
        </p:blipFill>
        <p:spPr>
          <a:xfrm>
            <a:off x="137673" y="1959059"/>
            <a:ext cx="1515441" cy="828338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B0616AD0-BC98-CC0A-7630-EEFC8771624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91" t="11350" r="4582" b="10099"/>
          <a:stretch>
            <a:fillRect/>
          </a:stretch>
        </p:blipFill>
        <p:spPr>
          <a:xfrm>
            <a:off x="267437" y="2932850"/>
            <a:ext cx="1290273" cy="1270346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5308A825-ABA1-2F1F-6BCD-EAEC51C0163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29" y="4451220"/>
            <a:ext cx="1492576" cy="636832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F457AC87-FDCE-9238-0ECD-35F81D10C06D}"/>
              </a:ext>
            </a:extLst>
          </p:cNvPr>
          <p:cNvSpPr txBox="1"/>
          <p:nvPr/>
        </p:nvSpPr>
        <p:spPr>
          <a:xfrm>
            <a:off x="84264" y="6449850"/>
            <a:ext cx="162564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500" b="1" dirty="0"/>
              <a:t>Web Application</a:t>
            </a:r>
            <a:endParaRPr lang="uk-UA" sz="15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38E4AB-1EAF-D641-4E3F-9D9A117BE76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4994" y="3994292"/>
            <a:ext cx="1648690" cy="8516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D6B0B7-308B-25C7-BF1C-E8CB5A70F638}"/>
              </a:ext>
            </a:extLst>
          </p:cNvPr>
          <p:cNvSpPr txBox="1"/>
          <p:nvPr/>
        </p:nvSpPr>
        <p:spPr>
          <a:xfrm>
            <a:off x="8948436" y="3550795"/>
            <a:ext cx="13765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b="1" dirty="0"/>
              <a:t>Job Scheduler</a:t>
            </a:r>
            <a:endParaRPr lang="uk-UA" sz="1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214D26-BBEA-61E5-35C8-93F689BE993E}"/>
              </a:ext>
            </a:extLst>
          </p:cNvPr>
          <p:cNvSpPr/>
          <p:nvPr/>
        </p:nvSpPr>
        <p:spPr>
          <a:xfrm>
            <a:off x="2118986" y="3672348"/>
            <a:ext cx="1770454" cy="2971795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F60733-C696-E069-4683-F0AD9903EFC0}"/>
              </a:ext>
            </a:extLst>
          </p:cNvPr>
          <p:cNvSpPr/>
          <p:nvPr/>
        </p:nvSpPr>
        <p:spPr>
          <a:xfrm>
            <a:off x="2221701" y="3799528"/>
            <a:ext cx="1564946" cy="816070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E741EB-E307-4236-226B-D247B1595D97}"/>
              </a:ext>
            </a:extLst>
          </p:cNvPr>
          <p:cNvSpPr/>
          <p:nvPr/>
        </p:nvSpPr>
        <p:spPr>
          <a:xfrm>
            <a:off x="2221701" y="5696738"/>
            <a:ext cx="1564946" cy="816070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52A813-6337-766F-597F-1E44A57996B2}"/>
              </a:ext>
            </a:extLst>
          </p:cNvPr>
          <p:cNvSpPr/>
          <p:nvPr/>
        </p:nvSpPr>
        <p:spPr>
          <a:xfrm>
            <a:off x="2225344" y="4742970"/>
            <a:ext cx="1564946" cy="816070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533C7F-DD60-7154-8F11-F8995CD8DE2E}"/>
              </a:ext>
            </a:extLst>
          </p:cNvPr>
          <p:cNvSpPr txBox="1"/>
          <p:nvPr/>
        </p:nvSpPr>
        <p:spPr>
          <a:xfrm>
            <a:off x="10754397" y="605407"/>
            <a:ext cx="13421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500" b="1" dirty="0"/>
              <a:t> Visualization</a:t>
            </a:r>
            <a:endParaRPr lang="uk-UA" sz="1500" b="1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9FCB955-FDC0-5664-D73E-14C283E66D1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33" t="10916" r="16726" b="10179"/>
          <a:stretch>
            <a:fillRect/>
          </a:stretch>
        </p:blipFill>
        <p:spPr>
          <a:xfrm>
            <a:off x="10798849" y="2229815"/>
            <a:ext cx="1253291" cy="62798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DAA78F0-1A84-B964-EB7A-6DE04E14E84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53" t="19215" r="46347" b="20170"/>
          <a:stretch>
            <a:fillRect/>
          </a:stretch>
        </p:blipFill>
        <p:spPr>
          <a:xfrm>
            <a:off x="10798849" y="972497"/>
            <a:ext cx="1253291" cy="111109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66CDC2C1-CE77-1A86-EC31-253FD8BF8E5B}"/>
              </a:ext>
            </a:extLst>
          </p:cNvPr>
          <p:cNvSpPr txBox="1"/>
          <p:nvPr/>
        </p:nvSpPr>
        <p:spPr>
          <a:xfrm>
            <a:off x="2480619" y="3794284"/>
            <a:ext cx="11189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b="1" dirty="0"/>
              <a:t>Broken 1</a:t>
            </a:r>
            <a:endParaRPr lang="uk-UA" sz="16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B16045-5234-6B2B-8AE2-26D76F2FA4BC}"/>
              </a:ext>
            </a:extLst>
          </p:cNvPr>
          <p:cNvSpPr txBox="1"/>
          <p:nvPr/>
        </p:nvSpPr>
        <p:spPr>
          <a:xfrm>
            <a:off x="2351926" y="4250828"/>
            <a:ext cx="15286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b="1" dirty="0"/>
              <a:t>rawMsgTopic</a:t>
            </a:r>
            <a:endParaRPr lang="uk-UA" sz="16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3130B49-8425-0D96-E17B-73261610390B}"/>
              </a:ext>
            </a:extLst>
          </p:cNvPr>
          <p:cNvSpPr txBox="1"/>
          <p:nvPr/>
        </p:nvSpPr>
        <p:spPr>
          <a:xfrm>
            <a:off x="2306813" y="5198386"/>
            <a:ext cx="15286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b="1" dirty="0"/>
              <a:t>rawMsgTopic</a:t>
            </a:r>
            <a:endParaRPr lang="uk-UA" sz="16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EA1E65-FE7D-BB71-0B71-E69D523209C6}"/>
              </a:ext>
            </a:extLst>
          </p:cNvPr>
          <p:cNvSpPr txBox="1"/>
          <p:nvPr/>
        </p:nvSpPr>
        <p:spPr>
          <a:xfrm>
            <a:off x="2518540" y="4728497"/>
            <a:ext cx="10984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b="1" dirty="0"/>
              <a:t>Broken 2</a:t>
            </a:r>
            <a:endParaRPr lang="uk-UA" sz="16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FBC81C1-1B6B-5618-C287-D5BBA2905565}"/>
              </a:ext>
            </a:extLst>
          </p:cNvPr>
          <p:cNvSpPr txBox="1"/>
          <p:nvPr/>
        </p:nvSpPr>
        <p:spPr>
          <a:xfrm>
            <a:off x="2360917" y="5672139"/>
            <a:ext cx="12651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b="1" dirty="0"/>
              <a:t>…Broken n</a:t>
            </a:r>
            <a:endParaRPr lang="uk-UA" sz="1600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E0F2D53-7D20-996E-D675-D319ED5D7860}"/>
              </a:ext>
            </a:extLst>
          </p:cNvPr>
          <p:cNvSpPr txBox="1"/>
          <p:nvPr/>
        </p:nvSpPr>
        <p:spPr>
          <a:xfrm>
            <a:off x="2306813" y="6189723"/>
            <a:ext cx="14404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b="1" dirty="0"/>
              <a:t>rawMsgTopic</a:t>
            </a:r>
            <a:endParaRPr lang="uk-UA" sz="1600" b="1" dirty="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2227A63-3625-AD2F-AF3D-A325AA81EFF3}"/>
              </a:ext>
            </a:extLst>
          </p:cNvPr>
          <p:cNvCxnSpPr>
            <a:cxnSpLocks/>
          </p:cNvCxnSpPr>
          <p:nvPr/>
        </p:nvCxnSpPr>
        <p:spPr>
          <a:xfrm>
            <a:off x="1680005" y="1368941"/>
            <a:ext cx="355716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6366179-529C-AAEB-0DFC-30DA5F2E5A17}"/>
              </a:ext>
            </a:extLst>
          </p:cNvPr>
          <p:cNvCxnSpPr>
            <a:cxnSpLocks/>
          </p:cNvCxnSpPr>
          <p:nvPr/>
        </p:nvCxnSpPr>
        <p:spPr>
          <a:xfrm>
            <a:off x="1680005" y="6309986"/>
            <a:ext cx="355716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B3E8AFD-9DA3-B7C1-45C3-4BD2F59070AC}"/>
              </a:ext>
            </a:extLst>
          </p:cNvPr>
          <p:cNvCxnSpPr>
            <a:cxnSpLocks/>
          </p:cNvCxnSpPr>
          <p:nvPr/>
        </p:nvCxnSpPr>
        <p:spPr>
          <a:xfrm>
            <a:off x="10443133" y="1368941"/>
            <a:ext cx="355716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DB434365-06A7-CA87-687C-1DF2CF254143}"/>
              </a:ext>
            </a:extLst>
          </p:cNvPr>
          <p:cNvCxnSpPr>
            <a:cxnSpLocks/>
          </p:cNvCxnSpPr>
          <p:nvPr/>
        </p:nvCxnSpPr>
        <p:spPr>
          <a:xfrm>
            <a:off x="10443133" y="6405502"/>
            <a:ext cx="355716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05A18E3-9ED1-D4B1-BB3C-72B9EDCA2E01}"/>
              </a:ext>
            </a:extLst>
          </p:cNvPr>
          <p:cNvCxnSpPr>
            <a:cxnSpLocks/>
          </p:cNvCxnSpPr>
          <p:nvPr/>
        </p:nvCxnSpPr>
        <p:spPr>
          <a:xfrm>
            <a:off x="3909929" y="6318348"/>
            <a:ext cx="355716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CD4C490-578C-9B8F-AAC8-A13EAEF9D6D7}"/>
              </a:ext>
            </a:extLst>
          </p:cNvPr>
          <p:cNvCxnSpPr>
            <a:cxnSpLocks/>
          </p:cNvCxnSpPr>
          <p:nvPr/>
        </p:nvCxnSpPr>
        <p:spPr>
          <a:xfrm>
            <a:off x="3909929" y="1365147"/>
            <a:ext cx="355716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FB34F87B-D8FF-E725-BAC6-811C50A24405}"/>
              </a:ext>
            </a:extLst>
          </p:cNvPr>
          <p:cNvSpPr txBox="1"/>
          <p:nvPr/>
        </p:nvSpPr>
        <p:spPr>
          <a:xfrm>
            <a:off x="5659884" y="5173620"/>
            <a:ext cx="261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b="1" dirty="0"/>
              <a:t>C</a:t>
            </a:r>
            <a:r>
              <a:rPr lang="uk-UA" sz="1200" b="1" dirty="0"/>
              <a:t>entral resource management component in the Apache Hadoop ecosystem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21D276E-781B-470C-7099-678175D0C8BB}"/>
              </a:ext>
            </a:extLst>
          </p:cNvPr>
          <p:cNvSpPr txBox="1"/>
          <p:nvPr/>
        </p:nvSpPr>
        <p:spPr>
          <a:xfrm>
            <a:off x="5632661" y="5982284"/>
            <a:ext cx="23153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Storage of massive amounts of data (Big Data) on standard (commodity) hardware</a:t>
            </a:r>
            <a:endParaRPr lang="uk-UA" sz="1200" b="1" dirty="0"/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533735C8-886C-99AE-BC41-44FFC5F680E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304" y="5171408"/>
            <a:ext cx="1256391" cy="1256391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38DC4CA8-81BA-C5DF-1874-DA14BAC00A0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8849" y="2950263"/>
            <a:ext cx="1235520" cy="1235520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A49EBCEE-2A93-7BF9-8585-39A21F2C237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71" b="13605"/>
          <a:stretch>
            <a:fillRect/>
          </a:stretch>
        </p:blipFill>
        <p:spPr>
          <a:xfrm>
            <a:off x="10782514" y="4179598"/>
            <a:ext cx="1285955" cy="93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412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75</Words>
  <Application>Microsoft Office PowerPoint</Application>
  <PresentationFormat>Widescreen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Nazarii Kolesnikov</dc:creator>
  <cp:lastModifiedBy>Nazarii Kolesnikov</cp:lastModifiedBy>
  <cp:revision>2</cp:revision>
  <dcterms:created xsi:type="dcterms:W3CDTF">2026-07-15T06:53:52Z</dcterms:created>
  <dcterms:modified xsi:type="dcterms:W3CDTF">2026-07-15T09:30:51Z</dcterms:modified>
</cp:coreProperties>
</file>